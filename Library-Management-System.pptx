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544"/>
            <a:ext cx="12188952" cy="54864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Library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063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D6E4F0"/>
                </a:solidFill>
              </a:rPr>
              <a:t>Managing Books · Members · Borrowing Quotas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000"/>
                </a:solidFill>
              </a:rPr>
              <a:t>Open Source  |  Scalable  |  Easy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6E4F0"/>
                </a:solidFill>
              </a:rPr>
              <a:t>github.com/Rahul-gupta49/LIBRARY-MANAGEMENT-QUOTA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Project Overview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What the system is and why it exists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Key Features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Core capabilities of the platform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Target Audience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Who benefits from this system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System Architecture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High-level technology stack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How It Works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Borrowing workflow end-to-end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Contributing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How to join and improve the project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▶  Q &amp; A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Open floor for any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🏛  Purpose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Digitise and streamline library operations — cataloguing, lending, and quota control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🏛  Problem Solved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Eliminates manual record-keeping, reduces overdue books, and enforces fair lending limits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🏛  Approach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Web-based system accessible from any browser; no special software required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🏛  Status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Open-source project; actively maintained on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📖  Book Management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Add, update, remove and search books in the catalogue with full metadata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👥  Member Management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Register members, manage profiles and track borrowing history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🔄  Borrowing &amp; Returns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Issue books, record returns and auto-calculate due dates &amp; fines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⚖️  Quota Enforcement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Configure per-member borrowing limits; system prevents over-borrowing automatically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🔐  Secure Authentication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Session-based login with CSRF protection and rate-limiting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Target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📚  Libraries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Small to medium public or private libraries looking for a digital solution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🏫  Educational Institutions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Schools, colleges and universities managing student book lending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🏢  Corporate Libraries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Office resource libraries and knowledge-management centres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🧑‍💻  Developers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Open-source contributors who want to learn or enhance 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⚙️  Backend — Node.js + Express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RESTful API layer handling all business logic and routing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⚙️  Database — SQLite (better-sqlite3)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Lightweight, file-based relational database; zero server setup required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⚙️  Templating — EJS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Server-side HTML rendering for fast, SEO-friendly pages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⚙️  Security — csrf-csrf + express-rate-limit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CSRF tokens on all mutating requests; brute-force protection on login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⚙️  Session Management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Server-side sessions for authenticated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How It Works — Borrowing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1️⃣  Member Logs In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Authentication verified; session created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2️⃣  Search Catalogue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Browse or search for an available book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3️⃣  Request to Borrow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System checks quota; blocks if limit reached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4️⃣  Book Issued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Record created with due date; book marked unavailable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5️⃣  Book Returned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Return recorded; fine calculated if overdue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  6️⃣  Quota Freed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Borrow count decremented; member can borrow again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09728"/>
            <a:ext cx="12188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  Contributing to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12745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🤝  Fork the repository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Create your own copy on GitHub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🤝  Create a feature branch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git checkout -b feature/my-feature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🤝  Commit your changes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git commit -m 'Add my feature'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🤝  Push &amp; open a Pull Request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Push to your fork and submit a PR for review</a:t>
            </a:r>
          </a:p>
          <a:p>
            <a:pPr>
              <a:spcBef>
                <a:spcPts val="1000"/>
              </a:spcBef>
            </a:pPr>
            <a:r>
              <a:rPr sz="2400" b="1">
                <a:solidFill>
                  <a:srgbClr val="FFC000"/>
                </a:solidFill>
              </a:rPr>
              <a:t>🤝  All contributions welcome!</a:t>
            </a:r>
          </a:p>
          <a:p>
            <a:pPr lvl="1">
              <a:spcBef>
                <a:spcPts val="200"/>
              </a:spcBef>
            </a:pPr>
            <a:r>
              <a:rPr sz="1900">
                <a:solidFill>
                  <a:srgbClr val="D6E4F0"/>
                </a:solidFill>
              </a:rPr>
              <a:t>Bug fixes, new features, documentation improvements — everything counts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544"/>
            <a:ext cx="12188952" cy="54864"/>
          </a:xfrm>
          <a:prstGeom prst="rect">
            <a:avLst/>
          </a:prstGeom>
          <a:solidFill>
            <a:srgbClr val="26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0972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C000"/>
                </a:solidFill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Questions &amp;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8404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D6E4F0"/>
                </a:solidFill>
              </a:rPr>
              <a:t>Thank you for your attention!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6E4F0"/>
                </a:solidFill>
              </a:rPr>
              <a:t>github.com/Rahul-gupta49/LIBRARY-MANAGEMENT-QUOTA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